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image" Target="../media/image-41-6.png"/><Relationship Id="rId7" Type="http://schemas.openxmlformats.org/officeDocument/2006/relationships/image" Target="../media/image-41-7.png"/><Relationship Id="rId8" Type="http://schemas.openxmlformats.org/officeDocument/2006/relationships/image" Target="../media/image-4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2026-07-23T18:08:21Z</dcterms:created>
  <dcterms:modified xsi:type="dcterms:W3CDTF">2026-07-23T18:08:21Z</dcterms:modified>
</cp:coreProperties>
</file>