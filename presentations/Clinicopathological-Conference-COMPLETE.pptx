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200" dirty="0"/>
          </a:p>
        </p:txBody>
      </p:sp>
      <p:sp>
        <p:nvSpPr>
          <p:cNvPr id="27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8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2026-07-21T21:14:16Z</dcterms:created>
  <dcterms:modified xsi:type="dcterms:W3CDTF">2026-07-21T21:14:16Z</dcterms:modified>
</cp:coreProperties>
</file>