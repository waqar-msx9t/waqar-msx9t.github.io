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png"/><Relationship Id="rId13" Type="http://schemas.openxmlformats.org/officeDocument/2006/relationships/image" Target="../media/image-28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image" Target="../media/image-41-7.png"/><Relationship Id="rId8" Type="http://schemas.openxmlformats.org/officeDocument/2006/relationships/image" Target="../media/image-4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822960"/>
          </a:xfrm>
          <a:prstGeom prst="roundRect">
            <a:avLst>
              <a:gd name="adj" fmla="val 11111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12080" y="192024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05740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925312" y="1929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925312" y="218541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visible pulsations or striae marks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4937760" y="2715768"/>
            <a:ext cx="6766560" cy="822960"/>
          </a:xfrm>
          <a:prstGeom prst="roundRect">
            <a:avLst>
              <a:gd name="adj" fmla="val 11111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12080" y="2852928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990088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925312" y="28620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5925312" y="311810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</a:t>
            </a:r>
            <a:endParaRPr lang="en-US" sz="1700" dirty="0"/>
          </a:p>
        </p:txBody>
      </p:sp>
      <p:sp>
        <p:nvSpPr>
          <p:cNvPr id="27" name="Shape 21"/>
          <p:cNvSpPr/>
          <p:nvPr/>
        </p:nvSpPr>
        <p:spPr>
          <a:xfrm>
            <a:off x="4937760" y="3703320"/>
            <a:ext cx="6766560" cy="2286000"/>
          </a:xfrm>
          <a:prstGeom prst="roundRect">
            <a:avLst>
              <a:gd name="adj" fmla="val 4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212080" y="3941064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7528" y="4096512"/>
            <a:ext cx="292608" cy="29260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961888" y="40416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5394960" y="4718304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2" name="Text 25"/>
          <p:cNvSpPr/>
          <p:nvPr/>
        </p:nvSpPr>
        <p:spPr>
          <a:xfrm>
            <a:off x="5687568" y="4636008"/>
            <a:ext cx="5596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5394960" y="5175504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7"/>
          <p:cNvSpPr/>
          <p:nvPr/>
        </p:nvSpPr>
        <p:spPr>
          <a:xfrm>
            <a:off x="5687568" y="5093208"/>
            <a:ext cx="5596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of variable intensity; both components of 2nd heart sound of normal intensity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5394960" y="5632704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29"/>
          <p:cNvSpPr/>
          <p:nvPr/>
        </p:nvSpPr>
        <p:spPr>
          <a:xfrm>
            <a:off x="5687568" y="5550408"/>
            <a:ext cx="5596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50" dirty="0"/>
          </a:p>
        </p:txBody>
      </p:sp>
      <p:sp>
        <p:nvSpPr>
          <p:cNvPr id="37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00507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00507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157216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57216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0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2026-07-24T18:49:50Z</dcterms:created>
  <dcterms:modified xsi:type="dcterms:W3CDTF">2026-07-24T18:49:50Z</dcterms:modified>
</cp:coreProperties>
</file>