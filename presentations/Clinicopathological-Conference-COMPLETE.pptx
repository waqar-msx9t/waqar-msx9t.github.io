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11183112" cy="896112"/>
          </a:xfrm>
          <a:prstGeom prst="roundRect">
            <a:avLst>
              <a:gd name="adj" fmla="val 1224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9808" y="180136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92938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600200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869680" y="1600200"/>
            <a:ext cx="2697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r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02920" y="2651760"/>
            <a:ext cx="7973568" cy="3355848"/>
          </a:xfrm>
          <a:prstGeom prst="roundRect">
            <a:avLst>
              <a:gd name="adj" fmla="val 3270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724912"/>
            <a:ext cx="7735824" cy="322783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613648" y="2651760"/>
            <a:ext cx="3072384" cy="1078992"/>
          </a:xfrm>
          <a:prstGeom prst="roundRect">
            <a:avLst>
              <a:gd name="adj" fmla="val 1016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8833104" y="27797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8832" y="276148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833104" y="30723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600" dirty="0"/>
          </a:p>
        </p:txBody>
      </p:sp>
      <p:sp>
        <p:nvSpPr>
          <p:cNvPr id="17" name="Shape 11"/>
          <p:cNvSpPr/>
          <p:nvPr/>
        </p:nvSpPr>
        <p:spPr>
          <a:xfrm>
            <a:off x="10543032" y="3163824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543032" y="3163824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8613648" y="3840480"/>
            <a:ext cx="3072384" cy="493776"/>
          </a:xfrm>
          <a:prstGeom prst="roundRect">
            <a:avLst>
              <a:gd name="adj" fmla="val 1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8814816" y="390448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950" dirty="0"/>
          </a:p>
        </p:txBody>
      </p:sp>
      <p:sp>
        <p:nvSpPr>
          <p:cNvPr id="21" name="Text 15"/>
          <p:cNvSpPr/>
          <p:nvPr/>
        </p:nvSpPr>
        <p:spPr>
          <a:xfrm>
            <a:off x="8814816" y="4078224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(irregular)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8613648" y="4389120"/>
            <a:ext cx="3072384" cy="493776"/>
          </a:xfrm>
          <a:prstGeom prst="roundRect">
            <a:avLst>
              <a:gd name="adj" fmla="val 1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4816" y="445312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8814816" y="4626864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613648" y="4937760"/>
            <a:ext cx="3072384" cy="493776"/>
          </a:xfrm>
          <a:prstGeom prst="roundRect">
            <a:avLst>
              <a:gd name="adj" fmla="val 1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8814816" y="500176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8814816" y="5175504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measurable · 80 ms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613648" y="5486400"/>
            <a:ext cx="3072384" cy="493776"/>
          </a:xfrm>
          <a:prstGeom prst="roundRect">
            <a:avLst>
              <a:gd name="adj" fmla="val 1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814816" y="555040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QTC · AXIS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8814816" y="5724144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382 ms · 38°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&amp; Final Diagnosis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35508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2996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 CONSIDERED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230428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77977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28529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70662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417320" y="299923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irregular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68680" y="34015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47472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3284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1417320" y="362102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68680" y="402336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096512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39502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1417320" y="4242816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before each QRS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68680" y="46451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471830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572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550" dirty="0"/>
          </a:p>
        </p:txBody>
      </p:sp>
      <p:sp>
        <p:nvSpPr>
          <p:cNvPr id="24" name="Text 17"/>
          <p:cNvSpPr/>
          <p:nvPr/>
        </p:nvSpPr>
        <p:spPr>
          <a:xfrm>
            <a:off x="1417320" y="48646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in SVT — here rhythm is irregular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868680" y="526694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5340096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17320" y="519379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550" dirty="0"/>
          </a:p>
        </p:txBody>
      </p:sp>
      <p:sp>
        <p:nvSpPr>
          <p:cNvPr id="28" name="Text 20"/>
          <p:cNvSpPr/>
          <p:nvPr/>
        </p:nvSpPr>
        <p:spPr>
          <a:xfrm>
            <a:off x="1417320" y="54864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irregularly irregular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995160" y="1783080"/>
            <a:ext cx="4690872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Text 22"/>
          <p:cNvSpPr/>
          <p:nvPr/>
        </p:nvSpPr>
        <p:spPr>
          <a:xfrm>
            <a:off x="7296912" y="204825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7296912" y="2377440"/>
            <a:ext cx="4160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2400" dirty="0"/>
          </a:p>
        </p:txBody>
      </p:sp>
      <p:sp>
        <p:nvSpPr>
          <p:cNvPr id="32" name="Shape 24"/>
          <p:cNvSpPr/>
          <p:nvPr/>
        </p:nvSpPr>
        <p:spPr>
          <a:xfrm>
            <a:off x="7296912" y="3858768"/>
            <a:ext cx="4114800" cy="0"/>
          </a:xfrm>
          <a:prstGeom prst="line">
            <a:avLst/>
          </a:prstGeom>
          <a:noFill/>
          <a:ln w="12700">
            <a:solidFill>
              <a:srgbClr val="7A2233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6912" y="4050792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680960" y="40416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on 12-lead ECG — 146 bpm, no P waves</a:t>
            </a:r>
            <a:endParaRPr lang="en-US" sz="12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912" y="4535424"/>
            <a:ext cx="274320" cy="274320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680960" y="45262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normal heart — LVEF 65%, no LA/LV clot</a:t>
            </a:r>
            <a:endParaRPr lang="en-US" sz="12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6912" y="5020056"/>
            <a:ext cx="274320" cy="27432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7680960" y="501091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hypertension</a:t>
            </a:r>
            <a:endParaRPr lang="en-US" sz="12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6912" y="5504688"/>
            <a:ext cx="274320" cy="27432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7680960" y="549554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(incidental)</a:t>
            </a:r>
            <a:endParaRPr lang="en-US" sz="1200" dirty="0"/>
          </a:p>
        </p:txBody>
      </p:sp>
      <p:sp>
        <p:nvSpPr>
          <p:cNvPr id="4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42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Mimics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322576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822960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sawtooth flutter waves; often 2:1 (ventricular ~150)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322576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85816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4608576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P-wave morphologies; irregular; linked to COPD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322576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71432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8394192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Irregular, but discrete P waves precede each QRS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379976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00200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822960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narrow-complex tachycardia; abrupt onset/offset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37997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85816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Tachycardia</a:t>
            </a:r>
            <a:endParaRPr lang="en-US" sz="1650" dirty="0"/>
          </a:p>
        </p:txBody>
      </p:sp>
      <p:sp>
        <p:nvSpPr>
          <p:cNvPr id="30" name="Text 22"/>
          <p:cNvSpPr/>
          <p:nvPr/>
        </p:nvSpPr>
        <p:spPr>
          <a:xfrm>
            <a:off x="4608576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Regular; abnormal P-wave axis, may have variable block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24528"/>
            <a:ext cx="640080" cy="6400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4379976"/>
            <a:ext cx="329184" cy="32918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71432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Pre-excited AF (WPW) / VT</a:t>
            </a:r>
            <a:endParaRPr lang="en-US" sz="1650" dirty="0"/>
          </a:p>
        </p:txBody>
      </p:sp>
      <p:sp>
        <p:nvSpPr>
          <p:cNvPr id="35" name="Text 26"/>
          <p:cNvSpPr/>
          <p:nvPr/>
        </p:nvSpPr>
        <p:spPr>
          <a:xfrm>
            <a:off x="8394192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but broad &amp; very fast — a red flag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27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8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2026-07-21T21:05:19Z</dcterms:created>
  <dcterms:modified xsi:type="dcterms:W3CDTF">2026-07-21T21:05:19Z</dcterms:modified>
</cp:coreProperties>
</file>