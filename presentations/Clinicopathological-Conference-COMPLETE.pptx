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png"/><Relationship Id="rId15" Type="http://schemas.openxmlformats.org/officeDocument/2006/relationships/image" Target="../media/image-2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183112" cy="109728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856232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7568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16916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246120" y="1929384"/>
            <a:ext cx="0" cy="62179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20440" y="20025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3767328" y="1874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— normal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520440" y="23865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3767328" y="22585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of the inspection limited by exposure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926080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3264408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48386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2926080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PALPATION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46120" y="3163824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520440" y="321868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1" name="Text 16"/>
          <p:cNvSpPr/>
          <p:nvPr/>
        </p:nvSpPr>
        <p:spPr>
          <a:xfrm>
            <a:off x="3767328" y="30906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beat: 5th intercostal space, medial to the midclavicular line — normal character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520440" y="36027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3767328" y="34747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3520440" y="39867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3767328" y="38587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02920" y="4507992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68680" y="4846320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5065776"/>
            <a:ext cx="329184" cy="32918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783080" y="4507992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AUSCULTATION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3246120" y="4745736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3520440" y="480060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6"/>
          <p:cNvSpPr/>
          <p:nvPr/>
        </p:nvSpPr>
        <p:spPr>
          <a:xfrm>
            <a:off x="3767328" y="46725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352044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8"/>
          <p:cNvSpPr/>
          <p:nvPr/>
        </p:nvSpPr>
        <p:spPr>
          <a:xfrm>
            <a:off x="3767328" y="50566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sound: variable intensity;  2nd heart sound: both components normal intensity</a:t>
            </a:r>
            <a:endParaRPr lang="en-US" sz="1250" dirty="0"/>
          </a:p>
        </p:txBody>
      </p:sp>
      <p:sp>
        <p:nvSpPr>
          <p:cNvPr id="35" name="Shape 29"/>
          <p:cNvSpPr/>
          <p:nvPr/>
        </p:nvSpPr>
        <p:spPr>
          <a:xfrm>
            <a:off x="3520440" y="55686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0"/>
          <p:cNvSpPr/>
          <p:nvPr/>
        </p:nvSpPr>
        <p:spPr>
          <a:xfrm>
            <a:off x="3767328" y="5440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2026-07-26T03:52:05Z</dcterms:created>
  <dcterms:modified xsi:type="dcterms:W3CDTF">2026-07-26T03:52:05Z</dcterms:modified>
</cp:coreProperties>
</file>