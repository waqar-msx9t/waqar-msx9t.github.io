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&amp; Final Diagnosis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35508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2996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 CONSIDERED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30428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7797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8529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70662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417320" y="29992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irregular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" y="34015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747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284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417320" y="362102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68680" y="4023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09651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9502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1417320" y="4242816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before each QRS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68680" y="46451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7183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572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1417320" y="48646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in SVT — here rhythm is irregular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68680" y="52669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34009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193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550" dirty="0"/>
          </a:p>
        </p:txBody>
      </p:sp>
      <p:sp>
        <p:nvSpPr>
          <p:cNvPr id="28" name="Text 20"/>
          <p:cNvSpPr/>
          <p:nvPr/>
        </p:nvSpPr>
        <p:spPr>
          <a:xfrm>
            <a:off x="1417320" y="5486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irregularly irregular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995160" y="1783080"/>
            <a:ext cx="4690872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Text 22"/>
          <p:cNvSpPr/>
          <p:nvPr/>
        </p:nvSpPr>
        <p:spPr>
          <a:xfrm>
            <a:off x="7296912" y="2048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7296912" y="2377440"/>
            <a:ext cx="4160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7296912" y="3858768"/>
            <a:ext cx="4114800" cy="0"/>
          </a:xfrm>
          <a:prstGeom prst="line">
            <a:avLst/>
          </a:prstGeom>
          <a:noFill/>
          <a:ln w="12700">
            <a:solidFill>
              <a:srgbClr val="7A2233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405079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680960" y="4041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12-lead ECG — 146 bpm, no P waves</a:t>
            </a:r>
            <a:endParaRPr lang="en-US" sz="12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4535424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680960" y="4526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normal heart — LVEF 65%, no LA/LV clot</a:t>
            </a:r>
            <a:endParaRPr lang="en-US" sz="12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6912" y="5020056"/>
            <a:ext cx="274320" cy="2743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680960" y="5010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hypertension</a:t>
            </a:r>
            <a:endParaRPr lang="en-US" sz="12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6912" y="5504688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680960" y="549554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(incidental)</a:t>
            </a:r>
            <a:endParaRPr lang="en-US" sz="1200" dirty="0"/>
          </a:p>
        </p:txBody>
      </p:sp>
      <p:sp>
        <p:nvSpPr>
          <p:cNvPr id="4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42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7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2026-07-21T21:10:32Z</dcterms:created>
  <dcterms:modified xsi:type="dcterms:W3CDTF">2026-07-21T21:10:32Z</dcterms:modified>
</cp:coreProperties>
</file>