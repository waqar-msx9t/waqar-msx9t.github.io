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589520" y="1051560"/>
            <a:ext cx="46634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34440"/>
            <a:ext cx="1927555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2567635" y="1088136"/>
            <a:ext cx="340157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07792" y="1088136"/>
            <a:ext cx="340157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247949" y="731520"/>
            <a:ext cx="340157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88106" y="731520"/>
            <a:ext cx="340157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928262" y="1234440"/>
            <a:ext cx="340157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68419" y="1234440"/>
            <a:ext cx="2040941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 ·  CASE PRESENTATION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21488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</a:t>
            </a:r>
            <a:endParaRPr lang="en-US" sz="6800" dirty="0"/>
          </a:p>
        </p:txBody>
      </p:sp>
      <p:sp>
        <p:nvSpPr>
          <p:cNvPr id="13" name="Text 10"/>
          <p:cNvSpPr/>
          <p:nvPr/>
        </p:nvSpPr>
        <p:spPr>
          <a:xfrm>
            <a:off x="685800" y="345643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irregular, often rapid heart rhythm — a clinical case walk-through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438912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5400000">
              <a:srgbClr val="8A8A8A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2688" y="4709160"/>
            <a:ext cx="777240" cy="77724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4864608"/>
            <a:ext cx="466344" cy="4663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20240" y="4590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 Mubashir Aziz
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PGR Cardiology  ·  PEIC, BWP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Biodata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3931920" cy="4297680"/>
          </a:xfrm>
          <a:prstGeom prst="roundRect">
            <a:avLst>
              <a:gd name="adj" fmla="val 3256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37360" y="2286000"/>
            <a:ext cx="1463040" cy="146304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2633472"/>
            <a:ext cx="768096" cy="768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Shazia Bibi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4008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w/o Nicholan George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234440" y="507492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2073859" y="492861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21992" y="492861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2370125" y="457200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18258" y="457200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flipV="1">
            <a:off x="2666390" y="507492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14523" y="507492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09160" y="17830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65192" y="209397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22402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76072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years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8485632" y="17830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741664" y="209397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22402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37192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537192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4709160" y="333756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965192" y="364845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37947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76072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76072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Bahawalpur</a:t>
            </a:r>
            <a:endParaRPr lang="en-US" sz="2000" dirty="0"/>
          </a:p>
        </p:txBody>
      </p:sp>
      <p:sp>
        <p:nvSpPr>
          <p:cNvPr id="33" name="Shape 26"/>
          <p:cNvSpPr/>
          <p:nvPr/>
        </p:nvSpPr>
        <p:spPr>
          <a:xfrm>
            <a:off x="8485632" y="333756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741664" y="364845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379476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537192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9537192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229600" y="914400"/>
            <a:ext cx="493776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37160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81912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15727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008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Palpitations</a:t>
            </a:r>
            <a:endParaRPr lang="en-US" sz="7600" dirty="0"/>
          </a:p>
        </p:txBody>
      </p:sp>
      <p:sp>
        <p:nvSpPr>
          <p:cNvPr id="8" name="Text 4"/>
          <p:cNvSpPr/>
          <p:nvPr/>
        </p:nvSpPr>
        <p:spPr>
          <a:xfrm>
            <a:off x="685800" y="3886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FB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</a:t>
            </a:r>
            <a:pPr algn="l" indent="0" marL="0">
              <a:buNone/>
            </a:pPr>
            <a:r>
              <a:rPr lang="en-US" sz="4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hours</a:t>
            </a:r>
            <a:endParaRPr lang="en-US" sz="4600" dirty="0"/>
          </a:p>
        </p:txBody>
      </p:sp>
      <p:sp>
        <p:nvSpPr>
          <p:cNvPr id="9" name="Shape 5"/>
          <p:cNvSpPr/>
          <p:nvPr/>
        </p:nvSpPr>
        <p:spPr>
          <a:xfrm>
            <a:off x="731520" y="5349240"/>
            <a:ext cx="2020824" cy="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V="1">
            <a:off x="2752344" y="5202936"/>
            <a:ext cx="356616" cy="146304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08960" y="5202936"/>
            <a:ext cx="356616" cy="45720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3465576" y="4846320"/>
            <a:ext cx="356616" cy="813816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22192" y="4846320"/>
            <a:ext cx="356616" cy="68580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4178808" y="5349240"/>
            <a:ext cx="356616" cy="18288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35424" y="5349240"/>
            <a:ext cx="2139696" cy="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onset  ·  sensation of racing heart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 ILLNESS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989320" cy="4297680"/>
          </a:xfrm>
          <a:prstGeom prst="roundRect">
            <a:avLst>
              <a:gd name="adj" fmla="val 2553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10312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46-year-old female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previously in her usual state of health, developed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sudden-onset palpitations 4 hours ago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sensation that her heart was racing.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2960" y="3639312"/>
            <a:ext cx="5349240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84048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prior identical episodes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required admission to the cardiac emergency and settled after IV medication. She was told her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rhythm is irregular.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20840" y="1783080"/>
            <a:ext cx="4983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95160" y="1984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SYMPTOMS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95160" y="24231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</p:spPr>
      </p:sp>
      <p:sp>
        <p:nvSpPr>
          <p:cNvPr id="13" name="Shape 10"/>
          <p:cNvSpPr/>
          <p:nvPr/>
        </p:nvSpPr>
        <p:spPr>
          <a:xfrm>
            <a:off x="7251192" y="2679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80720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27848" y="26791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Dizziness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326880" y="24231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</p:spPr>
      </p:sp>
      <p:sp>
        <p:nvSpPr>
          <p:cNvPr id="17" name="Shape 13"/>
          <p:cNvSpPr/>
          <p:nvPr/>
        </p:nvSpPr>
        <p:spPr>
          <a:xfrm>
            <a:off x="9582912" y="2679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280720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59568" y="26791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720840" y="4023360"/>
            <a:ext cx="4983480" cy="2057400"/>
          </a:xfrm>
          <a:prstGeom prst="roundRect">
            <a:avLst>
              <a:gd name="adj" fmla="val 4444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99516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</a:t>
            </a:r>
            <a:pPr algn="l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 NEGATIVES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040880" y="4626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9326880" y="4626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Shortness of breath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040880" y="5084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Syncope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9326880" y="5084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040880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· Drug · Surgical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14500" y="237744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532" y="2633472"/>
            <a:ext cx="676656" cy="676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7490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851660" y="4133088"/>
            <a:ext cx="91440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4251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Hypertension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77240" y="5212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oral antihypertensive medication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407408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18988" y="237744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633472"/>
            <a:ext cx="676656" cy="676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36008" y="37490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HISTORY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756148" y="4133088"/>
            <a:ext cx="91440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636008" y="4251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Vadil</a:t>
            </a:r>
            <a:endParaRPr lang="en-US" sz="2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Rivaroxaban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4681728" y="5212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control + anticoagulation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311896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23476" y="237744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508" y="2633472"/>
            <a:ext cx="676656" cy="6766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40496" y="37490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SURGICAL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660636" y="4133088"/>
            <a:ext cx="91440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540496" y="4251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significant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8586216" y="5212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operative history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FAMILY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Context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6766560" cy="4114800"/>
          </a:xfrm>
          <a:prstGeom prst="roundRect">
            <a:avLst>
              <a:gd name="adj" fmla="val 266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40280"/>
            <a:ext cx="868680" cy="8686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231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331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Socioeconomic History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868680" y="338328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5701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7373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by profession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069080" y="338328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355701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3776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9377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68680" y="45902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764024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737360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737360" y="4864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middle class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069080" y="45902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816" y="4764024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37760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937760" y="4864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Bahawalpur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7498080" y="187452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915400" y="2514600"/>
            <a:ext cx="1371600" cy="1371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834640"/>
            <a:ext cx="731520" cy="7315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8096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History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8366760" y="47091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31" name="Text 22"/>
          <p:cNvSpPr/>
          <p:nvPr/>
        </p:nvSpPr>
        <p:spPr>
          <a:xfrm>
            <a:off x="8366760" y="47091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PHYSICAL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Presentation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3317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624328"/>
            <a:ext cx="466344" cy="466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63240" y="2286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B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886968" y="3703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86968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lean, middle-aged female lying comfortably in bed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4407408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73168" y="2331720"/>
            <a:ext cx="1051560" cy="1051560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2624328"/>
            <a:ext cx="466344" cy="4663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67728" y="2286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7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1"/>
          <p:cNvSpPr/>
          <p:nvPr/>
        </p:nvSpPr>
        <p:spPr>
          <a:xfrm>
            <a:off x="4791456" y="3703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791456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cannula in situ — right hand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8311896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77656" y="23317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264" y="2624328"/>
            <a:ext cx="466344" cy="4663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872216" y="2286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B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Text 16"/>
          <p:cNvSpPr/>
          <p:nvPr/>
        </p:nvSpPr>
        <p:spPr>
          <a:xfrm>
            <a:off x="8695944" y="3703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CONSCIOUSNESS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95944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oriented to time, place and person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System-by-System Review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5532120" cy="1920240"/>
          </a:xfrm>
          <a:prstGeom prst="roundRect">
            <a:avLst>
              <a:gd name="adj" fmla="val 4762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77440"/>
            <a:ext cx="914400" cy="914400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62432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2185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2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965960" y="2532888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Inspection: no visible pulsations or striae. Palpation &amp; auscultation performed.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36208" y="1874520"/>
            <a:ext cx="5532120" cy="1920240"/>
          </a:xfrm>
          <a:prstGeom prst="roundRect">
            <a:avLst>
              <a:gd name="adj" fmla="val 476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56248" y="237744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62432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99248" y="2185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699248" y="2532888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entry equal &amp; adequate bilaterally.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02920" y="3995928"/>
            <a:ext cx="5532120" cy="1920240"/>
          </a:xfrm>
          <a:prstGeom prst="roundRect">
            <a:avLst>
              <a:gd name="adj" fmla="val 476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498848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745736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NERVOUS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965960" y="4654296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significant.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236208" y="3995928"/>
            <a:ext cx="5532120" cy="1920240"/>
          </a:xfrm>
          <a:prstGeom prst="roundRect">
            <a:avLst>
              <a:gd name="adj" fmla="val 476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56248" y="4498848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4745736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99248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699248" y="4654296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6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863840" y="3108960"/>
            <a:ext cx="475488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77724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987552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2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COURSE &amp; OUTCOME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0080" y="1965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Clinically Improved</a:t>
            </a:r>
            <a:endParaRPr lang="en-US" sz="5600" dirty="0"/>
          </a:p>
        </p:txBody>
      </p:sp>
      <p:sp>
        <p:nvSpPr>
          <p:cNvPr id="8" name="Shape 4"/>
          <p:cNvSpPr/>
          <p:nvPr/>
        </p:nvSpPr>
        <p:spPr>
          <a:xfrm>
            <a:off x="685800" y="320040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5400000">
              <a:srgbClr val="8A8A8A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60120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7856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7360" y="3493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 settled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737360" y="395020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&amp; symptoms controlled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709160" y="320040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5400000">
              <a:srgbClr val="8A8A8A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983480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378561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60720" y="3493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Discharged home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5760720" y="395020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for outpatient follow-up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31520" y="5486400"/>
            <a:ext cx="2020824" cy="0"/>
          </a:xfrm>
          <a:prstGeom prst="line">
            <a:avLst/>
          </a:prstGeom>
          <a:noFill/>
          <a:ln w="28575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 flipV="1">
            <a:off x="2752344" y="5340096"/>
            <a:ext cx="356616" cy="146304"/>
          </a:xfrm>
          <a:prstGeom prst="line">
            <a:avLst/>
          </a:prstGeom>
          <a:noFill/>
          <a:ln w="28575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108960" y="5340096"/>
            <a:ext cx="356616" cy="457200"/>
          </a:xfrm>
          <a:prstGeom prst="line">
            <a:avLst/>
          </a:prstGeom>
          <a:noFill/>
          <a:ln w="28575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 flipV="1">
            <a:off x="3465576" y="4983480"/>
            <a:ext cx="356616" cy="813816"/>
          </a:xfrm>
          <a:prstGeom prst="line">
            <a:avLst/>
          </a:prstGeom>
          <a:noFill/>
          <a:ln w="28575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822192" y="4983480"/>
            <a:ext cx="356616" cy="685800"/>
          </a:xfrm>
          <a:prstGeom prst="line">
            <a:avLst/>
          </a:prstGeom>
          <a:noFill/>
          <a:ln w="28575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 flipV="1">
            <a:off x="4178808" y="5486400"/>
            <a:ext cx="356616" cy="182880"/>
          </a:xfrm>
          <a:prstGeom prst="line">
            <a:avLst/>
          </a:prstGeom>
          <a:noFill/>
          <a:ln w="28575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35424" y="5486400"/>
            <a:ext cx="2139696" cy="0"/>
          </a:xfrm>
          <a:prstGeom prst="line">
            <a:avLst/>
          </a:prstGeom>
          <a:noFill/>
          <a:ln w="28575">
            <a:solidFill>
              <a:srgbClr val="FF4D6D">
                <a:alpha val="95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85800" y="5715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i="1" dirty="0">
                <a:solidFill>
                  <a:srgbClr val="FB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· Case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2026-07-18T14:48:32Z</dcterms:created>
  <dcterms:modified xsi:type="dcterms:W3CDTF">2026-07-18T14:48:32Z</dcterms:modified>
</cp:coreProperties>
</file>