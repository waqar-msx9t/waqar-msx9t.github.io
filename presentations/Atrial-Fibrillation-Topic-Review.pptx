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498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40614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244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2907792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5594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6868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1498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3931920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1848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40614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5244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6" y="3931920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5594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6868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1498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4956048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61848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340614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5244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316" y="4956048"/>
            <a:ext cx="265176" cy="26517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15594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Text 24"/>
          <p:cNvSpPr/>
          <p:nvPr/>
        </p:nvSpPr>
        <p:spPr>
          <a:xfrm>
            <a:off x="6519672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4" name="Shape 25"/>
          <p:cNvSpPr/>
          <p:nvPr/>
        </p:nvSpPr>
        <p:spPr>
          <a:xfrm>
            <a:off x="651967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666597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2907792"/>
            <a:ext cx="265176" cy="26517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26948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905713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920343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2308" y="2907792"/>
            <a:ext cx="265176" cy="26517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0694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651967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666597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4848" y="3931920"/>
            <a:ext cx="265176" cy="265176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26948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905713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920343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2308" y="3931920"/>
            <a:ext cx="265176" cy="26517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80694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300" dirty="0"/>
          </a:p>
        </p:txBody>
      </p:sp>
      <p:sp>
        <p:nvSpPr>
          <p:cNvPr id="50" name="Shape 37"/>
          <p:cNvSpPr/>
          <p:nvPr/>
        </p:nvSpPr>
        <p:spPr>
          <a:xfrm>
            <a:off x="651967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666597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4848" y="4956048"/>
            <a:ext cx="265176" cy="265176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726948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300" dirty="0"/>
          </a:p>
        </p:txBody>
      </p:sp>
      <p:sp>
        <p:nvSpPr>
          <p:cNvPr id="54" name="Shape 40"/>
          <p:cNvSpPr/>
          <p:nvPr/>
        </p:nvSpPr>
        <p:spPr>
          <a:xfrm>
            <a:off x="905713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920343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2308" y="4956048"/>
            <a:ext cx="265176" cy="265176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80694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 / age</a:t>
            </a:r>
            <a:endParaRPr lang="en-US" sz="1300" dirty="0"/>
          </a:p>
        </p:txBody>
      </p:sp>
      <p:sp>
        <p:nvSpPr>
          <p:cNvPr id="58" name="Text 4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59" name="Text 4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Mimics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322576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650" dirty="0"/>
          </a:p>
        </p:txBody>
      </p:sp>
      <p:sp>
        <p:nvSpPr>
          <p:cNvPr id="10" name="Text 6"/>
          <p:cNvSpPr/>
          <p:nvPr/>
        </p:nvSpPr>
        <p:spPr>
          <a:xfrm>
            <a:off x="822960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sawtooth flutter waves; often 2:1 (ventricular ~150)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2322576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85816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4608576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P-wave morphologies; irregular; linked to COPD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2322576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71432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650" dirty="0"/>
          </a:p>
        </p:txBody>
      </p:sp>
      <p:sp>
        <p:nvSpPr>
          <p:cNvPr id="20" name="Text 14"/>
          <p:cNvSpPr/>
          <p:nvPr/>
        </p:nvSpPr>
        <p:spPr>
          <a:xfrm>
            <a:off x="8394192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Irregular, but discrete P waves precede each QRS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245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4379976"/>
            <a:ext cx="329184" cy="32918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600200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822960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narrow-complex tachycardia; abrupt onset/offset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245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4379976"/>
            <a:ext cx="329184" cy="32918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385816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Tachycardia</a:t>
            </a:r>
            <a:endParaRPr lang="en-US" sz="1650" dirty="0"/>
          </a:p>
        </p:txBody>
      </p:sp>
      <p:sp>
        <p:nvSpPr>
          <p:cNvPr id="30" name="Text 22"/>
          <p:cNvSpPr/>
          <p:nvPr/>
        </p:nvSpPr>
        <p:spPr>
          <a:xfrm>
            <a:off x="4608576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Regular; abnormal P-wave axis, may have variable block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24528"/>
            <a:ext cx="640080" cy="6400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2208" y="4379976"/>
            <a:ext cx="329184" cy="329184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171432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Pre-excited AF (WPW) / VT</a:t>
            </a:r>
            <a:endParaRPr lang="en-US" sz="1650" dirty="0"/>
          </a:p>
        </p:txBody>
      </p:sp>
      <p:sp>
        <p:nvSpPr>
          <p:cNvPr id="35" name="Text 26"/>
          <p:cNvSpPr/>
          <p:nvPr/>
        </p:nvSpPr>
        <p:spPr>
          <a:xfrm>
            <a:off x="8394192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but broad &amp; very fast — a red flag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816352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880360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7889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50" dirty="0"/>
          </a:p>
        </p:txBody>
      </p:sp>
      <p:sp>
        <p:nvSpPr>
          <p:cNvPr id="11" name="Shape 6"/>
          <p:cNvSpPr/>
          <p:nvPr/>
        </p:nvSpPr>
        <p:spPr>
          <a:xfrm>
            <a:off x="713232" y="34198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48386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392424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strongly linked to hypertension, age and structural heart disease.</a:t>
            </a:r>
            <a:endParaRPr lang="en-US" sz="1550" dirty="0"/>
          </a:p>
        </p:txBody>
      </p:sp>
      <p:sp>
        <p:nvSpPr>
          <p:cNvPr id="14" name="Shape 8"/>
          <p:cNvSpPr/>
          <p:nvPr/>
        </p:nvSpPr>
        <p:spPr>
          <a:xfrm>
            <a:off x="713232" y="4023360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087368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99592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risk.</a:t>
            </a:r>
            <a:endParaRPr lang="en-US" sz="1550" dirty="0"/>
          </a:p>
        </p:txBody>
      </p:sp>
      <p:sp>
        <p:nvSpPr>
          <p:cNvPr id="17" name="Shape 10"/>
          <p:cNvSpPr/>
          <p:nvPr/>
        </p:nvSpPr>
        <p:spPr>
          <a:xfrm>
            <a:off x="713232" y="4626864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690872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599432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differentials: atrial flutter, multifocal atrial tachycardia, frequent PACs, SVT, and pre-excited AF / VT.</a:t>
            </a:r>
            <a:endParaRPr lang="en-US" sz="1550" dirty="0"/>
          </a:p>
        </p:txBody>
      </p:sp>
      <p:sp>
        <p:nvSpPr>
          <p:cNvPr id="20" name="Shape 12"/>
          <p:cNvSpPr/>
          <p:nvPr/>
        </p:nvSpPr>
        <p:spPr>
          <a:xfrm>
            <a:off x="713232" y="5230368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294376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5202936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Comorbidity management.</a:t>
            </a:r>
            <a:endParaRPr lang="en-US" sz="1550" dirty="0"/>
          </a:p>
        </p:txBody>
      </p:sp>
      <p:sp>
        <p:nvSpPr>
          <p:cNvPr id="23" name="Text 14"/>
          <p:cNvSpPr/>
          <p:nvPr/>
        </p:nvSpPr>
        <p:spPr>
          <a:xfrm>
            <a:off x="685800" y="5760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3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300" dirty="0"/>
          </a:p>
        </p:txBody>
      </p:sp>
      <p:sp>
        <p:nvSpPr>
          <p:cNvPr id="24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25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2026-07-19T20:06:25Z</dcterms:created>
  <dcterms:modified xsi:type="dcterms:W3CDTF">2026-07-19T20:06:25Z</dcterms:modified>
</cp:coreProperties>
</file>