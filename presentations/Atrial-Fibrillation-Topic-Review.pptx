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79349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4533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40614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4330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79349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8279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0584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361645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4533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340614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4330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3028" y="3616452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8279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0584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" y="4439412"/>
            <a:ext cx="228600" cy="2286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4533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340614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4330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028" y="4439412"/>
            <a:ext cx="228600" cy="2286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08279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Pericarditis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868680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1005840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568" y="5262372"/>
            <a:ext cx="228600" cy="22860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45336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7" name="Text 27"/>
          <p:cNvSpPr/>
          <p:nvPr/>
        </p:nvSpPr>
        <p:spPr>
          <a:xfrm>
            <a:off x="6519672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8" name="Shape 28"/>
          <p:cNvSpPr/>
          <p:nvPr/>
        </p:nvSpPr>
        <p:spPr>
          <a:xfrm>
            <a:off x="651967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665683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2793492"/>
            <a:ext cx="228600" cy="22860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19632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250" dirty="0"/>
          </a:p>
        </p:txBody>
      </p:sp>
      <p:sp>
        <p:nvSpPr>
          <p:cNvPr id="42" name="Shape 31"/>
          <p:cNvSpPr/>
          <p:nvPr/>
        </p:nvSpPr>
        <p:spPr>
          <a:xfrm>
            <a:off x="905713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919429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04020" y="2793492"/>
            <a:ext cx="228600" cy="22860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973378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250" dirty="0"/>
          </a:p>
        </p:txBody>
      </p:sp>
      <p:sp>
        <p:nvSpPr>
          <p:cNvPr id="46" name="Shape 34"/>
          <p:cNvSpPr/>
          <p:nvPr/>
        </p:nvSpPr>
        <p:spPr>
          <a:xfrm>
            <a:off x="651967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665683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0" y="3616452"/>
            <a:ext cx="228600" cy="22860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719632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250" dirty="0"/>
          </a:p>
        </p:txBody>
      </p:sp>
      <p:sp>
        <p:nvSpPr>
          <p:cNvPr id="50" name="Shape 37"/>
          <p:cNvSpPr/>
          <p:nvPr/>
        </p:nvSpPr>
        <p:spPr>
          <a:xfrm>
            <a:off x="905713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919429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04020" y="3616452"/>
            <a:ext cx="228600" cy="228600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973378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250" dirty="0"/>
          </a:p>
        </p:txBody>
      </p:sp>
      <p:sp>
        <p:nvSpPr>
          <p:cNvPr id="54" name="Shape 40"/>
          <p:cNvSpPr/>
          <p:nvPr/>
        </p:nvSpPr>
        <p:spPr>
          <a:xfrm>
            <a:off x="651967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665683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6560" y="4439412"/>
            <a:ext cx="228600" cy="228600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719632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250" dirty="0"/>
          </a:p>
        </p:txBody>
      </p:sp>
      <p:sp>
        <p:nvSpPr>
          <p:cNvPr id="58" name="Shape 43"/>
          <p:cNvSpPr/>
          <p:nvPr/>
        </p:nvSpPr>
        <p:spPr>
          <a:xfrm>
            <a:off x="905713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9" name="Shape 44"/>
          <p:cNvSpPr/>
          <p:nvPr/>
        </p:nvSpPr>
        <p:spPr>
          <a:xfrm>
            <a:off x="919429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4020" y="4439412"/>
            <a:ext cx="228600" cy="228600"/>
          </a:xfrm>
          <a:prstGeom prst="rect">
            <a:avLst/>
          </a:prstGeom>
        </p:spPr>
      </p:pic>
      <p:sp>
        <p:nvSpPr>
          <p:cNvPr id="61" name="Text 45"/>
          <p:cNvSpPr/>
          <p:nvPr/>
        </p:nvSpPr>
        <p:spPr>
          <a:xfrm>
            <a:off x="973378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</a:t>
            </a:r>
            <a:endParaRPr lang="en-US" sz="1250" dirty="0"/>
          </a:p>
        </p:txBody>
      </p:sp>
      <p:sp>
        <p:nvSpPr>
          <p:cNvPr id="62" name="Shape 46"/>
          <p:cNvSpPr/>
          <p:nvPr/>
        </p:nvSpPr>
        <p:spPr>
          <a:xfrm>
            <a:off x="6519672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63" name="Shape 47"/>
          <p:cNvSpPr/>
          <p:nvPr/>
        </p:nvSpPr>
        <p:spPr>
          <a:xfrm>
            <a:off x="6656832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6560" y="5262372"/>
            <a:ext cx="228600" cy="228600"/>
          </a:xfrm>
          <a:prstGeom prst="rect">
            <a:avLst/>
          </a:prstGeom>
        </p:spPr>
      </p:pic>
      <p:sp>
        <p:nvSpPr>
          <p:cNvPr id="65" name="Text 48"/>
          <p:cNvSpPr/>
          <p:nvPr/>
        </p:nvSpPr>
        <p:spPr>
          <a:xfrm>
            <a:off x="7196328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age</a:t>
            </a:r>
            <a:endParaRPr lang="en-US" sz="1250" dirty="0"/>
          </a:p>
        </p:txBody>
      </p:sp>
      <p:sp>
        <p:nvSpPr>
          <p:cNvPr id="66" name="Text 4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7" name="Text 5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2026-07-26T03:43:10Z</dcterms:created>
  <dcterms:modified xsi:type="dcterms:W3CDTF">2026-07-26T03:43:10Z</dcterms:modified>
</cp:coreProperties>
</file>