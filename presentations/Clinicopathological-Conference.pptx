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27632"/>
            <a:ext cx="11183112" cy="1078992"/>
          </a:xfrm>
          <a:prstGeom prst="roundRect">
            <a:avLst>
              <a:gd name="adj" fmla="val 1016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856232"/>
            <a:ext cx="621792" cy="621792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11680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1783080"/>
            <a:ext cx="9921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1600200" y="2331720"/>
            <a:ext cx="9921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06-Jul-2026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2920" y="2889504"/>
            <a:ext cx="3246120" cy="2615184"/>
          </a:xfrm>
          <a:prstGeom prst="roundRect">
            <a:avLst>
              <a:gd name="adj" fmla="val 419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77240" y="31455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2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3127248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77240" y="351129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8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bpm</a:t>
            </a:r>
            <a:endParaRPr lang="en-US" sz="4400" dirty="0"/>
          </a:p>
        </p:txBody>
      </p:sp>
      <p:sp>
        <p:nvSpPr>
          <p:cNvPr id="15" name="Shape 10"/>
          <p:cNvSpPr/>
          <p:nvPr/>
        </p:nvSpPr>
        <p:spPr>
          <a:xfrm>
            <a:off x="777240" y="45262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6" name="Text 11"/>
          <p:cNvSpPr/>
          <p:nvPr/>
        </p:nvSpPr>
        <p:spPr>
          <a:xfrm>
            <a:off x="777240" y="4526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68680" y="5193792"/>
            <a:ext cx="854964" cy="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 flipV="1">
            <a:off x="1723644" y="5047488"/>
            <a:ext cx="150876" cy="146304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874520" y="5047488"/>
            <a:ext cx="150876" cy="45720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 flipV="1">
            <a:off x="2025396" y="4690872"/>
            <a:ext cx="150876" cy="813816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176272" y="4690872"/>
            <a:ext cx="150876" cy="68580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 flipV="1">
            <a:off x="2327148" y="5193792"/>
            <a:ext cx="150876" cy="18288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2478024" y="5193792"/>
            <a:ext cx="905256" cy="0"/>
          </a:xfrm>
          <a:prstGeom prst="line">
            <a:avLst/>
          </a:prstGeom>
          <a:noFill/>
          <a:ln w="28575">
            <a:solidFill>
              <a:srgbClr val="FF4D6D">
                <a:alpha val="7500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977640" y="2889504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206240" y="3008376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4206240" y="3236976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(irregularly irregular)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7946136" y="2889504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174736" y="3008376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8174736" y="3236976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(no organised atrial activity)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3977640" y="3808476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206240" y="3927348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INTERVAL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4206240" y="4155948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measurable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946136" y="3808476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174736" y="3927348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QRS DURATION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8174736" y="4155948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ms</a:t>
            </a:r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normal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3977640" y="4727448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206240" y="4846320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4206240" y="5074920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</a:t>
            </a:r>
            <a:endParaRPr lang="en-US" sz="1300" dirty="0"/>
          </a:p>
        </p:txBody>
      </p:sp>
      <p:sp>
        <p:nvSpPr>
          <p:cNvPr id="39" name="Shape 34"/>
          <p:cNvSpPr/>
          <p:nvPr/>
        </p:nvSpPr>
        <p:spPr>
          <a:xfrm>
            <a:off x="7946136" y="4727448"/>
            <a:ext cx="3739896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174736" y="4846320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QRS AXIS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8174736" y="5074920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38°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502920" y="5687568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797296"/>
            <a:ext cx="237744" cy="237744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1097280" y="56875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atrial fibrillation with a fast ventricular rate.</a:t>
            </a:r>
            <a:endParaRPr lang="en-US" sz="1350" dirty="0"/>
          </a:p>
        </p:txBody>
      </p:sp>
      <p:sp>
        <p:nvSpPr>
          <p:cNvPr id="45" name="Text 3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2026-07-21T20:24:27Z</dcterms:created>
  <dcterms:modified xsi:type="dcterms:W3CDTF">2026-07-21T20:24:27Z</dcterms:modified>
</cp:coreProperties>
</file>