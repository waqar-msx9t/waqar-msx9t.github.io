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795528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0" name="Text 35"/>
          <p:cNvSpPr/>
          <p:nvPr/>
        </p:nvSpPr>
        <p:spPr>
          <a:xfrm>
            <a:off x="1014984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95528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2" name="Text 37"/>
          <p:cNvSpPr/>
          <p:nvPr/>
        </p:nvSpPr>
        <p:spPr>
          <a:xfrm>
            <a:off x="1014984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47" name="Shape 41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2026-07-26T03:35:12Z</dcterms:created>
  <dcterms:modified xsi:type="dcterms:W3CDTF">2026-07-26T03:35:12Z</dcterms:modified>
</cp:coreProperties>
</file>