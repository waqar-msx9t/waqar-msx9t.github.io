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822960"/>
          </a:xfrm>
          <a:prstGeom prst="roundRect">
            <a:avLst>
              <a:gd name="adj" fmla="val 1222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193792" y="1920240"/>
            <a:ext cx="475488" cy="47548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664" y="2039112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852160" y="1975104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852160" y="216712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precordium was normal; the rest of the inspection could not be performed because of limited exposure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937760" y="2679192"/>
            <a:ext cx="6766560" cy="1572768"/>
          </a:xfrm>
          <a:prstGeom prst="roundRect">
            <a:avLst>
              <a:gd name="adj" fmla="val 63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193792" y="2816352"/>
            <a:ext cx="475488" cy="47548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664" y="29352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852160" y="2871216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394960" y="340156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50992" y="333756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394960" y="378561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50992" y="37216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394960" y="404164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50992" y="397764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37760" y="4325112"/>
            <a:ext cx="6766560" cy="1664208"/>
          </a:xfrm>
          <a:prstGeom prst="roundRect">
            <a:avLst>
              <a:gd name="adj" fmla="val 604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193792" y="4462272"/>
            <a:ext cx="475488" cy="47548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852160" y="4517136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394960" y="502920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0"/>
          <p:cNvSpPr/>
          <p:nvPr/>
        </p:nvSpPr>
        <p:spPr>
          <a:xfrm>
            <a:off x="5650992" y="496519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5394960" y="539496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2"/>
          <p:cNvSpPr/>
          <p:nvPr/>
        </p:nvSpPr>
        <p:spPr>
          <a:xfrm>
            <a:off x="5650992" y="53309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5394960" y="576072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4"/>
          <p:cNvSpPr/>
          <p:nvPr/>
        </p:nvSpPr>
        <p:spPr>
          <a:xfrm>
            <a:off x="5650992" y="569671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00" dirty="0"/>
          </a:p>
        </p:txBody>
      </p:sp>
      <p:sp>
        <p:nvSpPr>
          <p:cNvPr id="41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2026-07-26T03:47:15Z</dcterms:created>
  <dcterms:modified xsi:type="dcterms:W3CDTF">2026-07-26T03:47:15Z</dcterms:modified>
</cp:coreProperties>
</file>